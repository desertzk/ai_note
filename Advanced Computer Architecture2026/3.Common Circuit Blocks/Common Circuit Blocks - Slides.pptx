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DboxH6EYa40&amp;t=4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DboxH6EYa40&amp;t=18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youtube.com/watch?v=DboxH6EYa40&amp;t=72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youtube.com/watch?v=DboxH6EYa40&amp;t=96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DboxH6EYa40&amp;t=116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youtube.com/watch?v=DboxH6EYa40&amp;t=146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DboxH6EYa40&amp;t=180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youtube.com/watch?v=DboxH6EYa40&amp;t=482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youtube.com/watch?v=DboxH6EYa40&amp;t=494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DboxH6EYa40&amp;t=548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youtube.com/watch?v=DboxH6EYa40&amp;t=600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youtube.com/watch?v=DboxH6EYa40&amp;t=624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youtube.com/watch?v=DboxH6EYa40&amp;t=670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youtube.com/watch?v=DboxH6EYa40&amp;t=684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youtube.com/watch?v=DboxH6EYa40&amp;t=694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youtube.com/watch?v=DboxH6EYa40&amp;t=726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www.youtube.com/watch?v=DboxH6EYa40&amp;t=876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www.youtube.com/watch?v=DboxH6EYa40&amp;t=1080s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hyperlink" Target="https://www.youtube.com/watch?v=DboxH6EYa40&amp;t=1648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www.youtube.com/watch?v=DboxH6EYa40&amp;t=1660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DboxH6EYa40&amp;t=1788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DboxH6EYa40&amp;t=2184s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www.youtube.com/watch?v=DboxH6EYa40&amp;t=2204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www.youtube.com/watch?v=DboxH6EYa40&amp;t=2264s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www.youtube.com/watch?v=DboxH6EYa40&amp;t=2320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youtube.com/watch?v=DboxH6EYa40&amp;t=2796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www.youtube.com/watch?v=DboxH6EYa40&amp;t=3090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www.youtube.com/watch?v=DboxH6EYa40&amp;t=3148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hyperlink" Target="https://www.youtube.com/watch?v=DboxH6EYa40&amp;t=3316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https://www.youtube.com/watch?v=DboxH6EYa40&amp;t=3342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boxH6EYa40&amp;t=3622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boxH6EYa40&amp;t=3924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https://www.youtube.com/watch?v=DboxH6EYa40&amp;t=4042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_00-00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00:00:04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_00-00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00:00:18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_00-01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00:01:12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_00-01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00:01:36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_00-01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00:01:56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_00-02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00:02:26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_00-03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00:03:00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_00-08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00:08:02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_00-08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00:08:14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_00-09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00:09:08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_00-10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00:10:00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_00-10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00:10:24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_00-11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00:11:10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_00-11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00:11:24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_00-11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00:11:34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_00-12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00:12:06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_00-14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00:14:36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_00-18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00:18:00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_00-27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00:27:28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_00-27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00:27:40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_00-29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00:29:48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_00-36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00:36:24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_00-36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00:36:44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_00-37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00:37:44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_00-38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00:38:40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_00-46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00:46:36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_00-51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00:51:30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_00-52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00:52:28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_00-55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00:55:16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_00-55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00:55:42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_01-00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01:00:22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_01-05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01:05:24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_01-07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16768" y="6510528"/>
            <a:ext cx="1353312" cy="246888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hlinkClick r:id="rId3"/>
              </a:rPr>
              <a:t>01:07:22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Circuit Blocks</dc:title>
  <dc:subject>Slides reconstructed from Yifan Sun's lecture video</dc:subject>
  <dc:creator>Yifan Sun / slide capture compilation</dc:creator>
  <cp:keywords/>
  <dc:description>Slide images captured from the downloaded lecture video. Timestamp labels link to the corresponding YouTube positions.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